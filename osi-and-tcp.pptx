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60" d="100"/>
          <a:sy n="60" d="100"/>
        </p:scale>
        <p:origin x="72" y="1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DB7934-F8DA-4EB3-AD5C-D5240FE1E6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335AF93-C88D-4A2E-A601-D3CCCE6CAD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C392276-5D6D-4218-81ED-90B887AD3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E599EDD-CB16-4E0B-8B0D-3532442E0D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61CB36-E988-4511-9D59-447547AD5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27531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AE4F91C-2928-4146-825E-FC876A460C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F9EDF1F-6C60-4835-874C-E92B57605C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32DE04-48FD-45B7-959D-ADF95FCC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681D0A-5140-463C-BB8F-7E9F89E8E5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7A8BA1-4241-4E48-9D46-B2425658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65945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9400F73-7C3A-4973-9F47-03654C751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CF86BC3-2C03-4C05-A193-7B6382703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6E735A-8F1F-4642-9517-AAF36FC4C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4E06DCF-CE0F-41FC-999F-49439FFE76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F0855A-A5A9-43E7-9A3D-5C04FF89A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46055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EE8462-14DE-4E58-95B5-3C44C2C08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1E4B29-20F5-43CB-A6E0-8EF4B12AB6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1F1916E7-9651-4028-9FE4-FB31D2B39B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B7C7EC1-AC43-4CA7-8973-ABBAAD463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A83C70-4141-47A0-8966-D32B4E93D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1DC0ADB-7672-44E2-95AF-EA07A3B9A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76429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A8E72D-5D98-43E0-819F-C69169CCA3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A5CA62-1E25-450B-93A1-976CDEEC6D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0A4907-5BE5-4A48-969B-1E3D13EFFF2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BC5938A-5C80-4E61-8E52-3C6C3DF930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63BBCAC8-83CE-41E0-B7A2-54398B30C1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DBEFA81-B5CC-4981-93D1-6346F41F4E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DA68FDF-9CC9-41DF-8D35-CD157CB89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31F54C1-6C2A-494E-A915-65A4DD7A74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6250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D89296-2D77-4B93-8E94-4DC9873131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175907A-6AA1-4D04-A1D2-73B637D6E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7DC387-88DB-4659-BE88-FE5A73E3F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01F08BB-66D1-4B41-9202-3D21F62FB2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7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2D7F12D-6E5C-4FA2-80E1-046A42EDE8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7DE09E9-45BD-4C17-994E-2C79CB156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5A0A1DA-1C85-4FCE-B11D-BFDCF0105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6609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CD736-E6F7-47F1-B54C-1AB2E0BC0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5EF0046-B341-4B74-8D6A-2B3650D392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A818B4A-B318-41E9-A0EA-D4CB1C9126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DC40E23-8821-4D6F-9C03-38049CE246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981FD29-2E84-4479-8CC6-5BD322EF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E69288-402C-41FD-92B8-727D919D3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77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56552FD-0E05-4D25-B47D-AC7900C4AE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636F827-79BE-4660-8CC6-16267F73B0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DB2C3F1-933A-4EC2-B7A3-CFD4D77D0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67E8811-AAE7-4DA4-B6A7-846A1F981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423C44E-1CA1-4B2A-89F4-044EF1F1A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1CACE83-D544-460D-BAA2-1309E8AD3F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87972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1B1E64-FBB9-43BE-BB85-6467602D7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B56D10-9FC1-40F8-B90B-B16058A0B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4763689-8888-4D2B-A63A-D8C9FCC6B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88B4E2-1868-4374-8D9F-38299E635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70F7DA-8958-434E-B6ED-13B0067CA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97280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7A92C55-4637-4B5C-A840-35E12EBE28D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9FC28E4-19DA-4EA5-92FD-505BA322E9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A1ECD7D-5B91-48E6-9BD7-D1C0EBA584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1A1C729-53D6-4F48-8C25-7777A7390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2CEDE4A-A954-4F52-A6B8-45979703CB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2709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834B4DB-ECF4-4D90-B46B-955EF3F1E0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CA62C93-C058-4B05-8B3C-36BE3C33E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7A2DA36-632F-4554-8B35-55AC070D65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68A8E9-569F-4B7F-B37D-600B5585B67A}" type="datetimeFigureOut">
              <a:rPr lang="ko-KR" altLang="en-US" smtClean="0"/>
              <a:t>2020-07-12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5F2D1D4-8F9E-4523-8A03-21B998D6E4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5B38B36-313C-493E-9ABD-9DF91B71AD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37E2D6-6D23-4A78-A7BB-B55FE50B211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8557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표 6">
            <a:extLst>
              <a:ext uri="{FF2B5EF4-FFF2-40B4-BE49-F238E27FC236}">
                <a16:creationId xmlns:a16="http://schemas.microsoft.com/office/drawing/2014/main" id="{0E09A291-59DD-4B15-A6AD-2B1814C92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0629015"/>
              </p:ext>
            </p:extLst>
          </p:nvPr>
        </p:nvGraphicFramePr>
        <p:xfrm>
          <a:off x="0" y="0"/>
          <a:ext cx="12192000" cy="70675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38400">
                  <a:extLst>
                    <a:ext uri="{9D8B030D-6E8A-4147-A177-3AD203B41FA5}">
                      <a16:colId xmlns:a16="http://schemas.microsoft.com/office/drawing/2014/main" val="27740150"/>
                    </a:ext>
                  </a:extLst>
                </a:gridCol>
                <a:gridCol w="2582779">
                  <a:extLst>
                    <a:ext uri="{9D8B030D-6E8A-4147-A177-3AD203B41FA5}">
                      <a16:colId xmlns:a16="http://schemas.microsoft.com/office/drawing/2014/main" val="4215101230"/>
                    </a:ext>
                  </a:extLst>
                </a:gridCol>
                <a:gridCol w="2294021">
                  <a:extLst>
                    <a:ext uri="{9D8B030D-6E8A-4147-A177-3AD203B41FA5}">
                      <a16:colId xmlns:a16="http://schemas.microsoft.com/office/drawing/2014/main" val="4193200612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946846991"/>
                    </a:ext>
                  </a:extLst>
                </a:gridCol>
                <a:gridCol w="2438400">
                  <a:extLst>
                    <a:ext uri="{9D8B030D-6E8A-4147-A177-3AD203B41FA5}">
                      <a16:colId xmlns:a16="http://schemas.microsoft.com/office/drawing/2014/main" val="1780347815"/>
                    </a:ext>
                  </a:extLst>
                </a:gridCol>
              </a:tblGrid>
              <a:tr h="857250">
                <a:tc>
                  <a:txBody>
                    <a:bodyPr/>
                    <a:lstStyle/>
                    <a:p>
                      <a:pPr algn="ctr" latinLnBrk="1"/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OSI Model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Layer 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Number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TCP/IP Layer</a:t>
                      </a:r>
                      <a:endParaRPr lang="ko-KR" altLang="en-US" sz="2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2400" dirty="0"/>
                        <a:t>Other </a:t>
                      </a:r>
                    </a:p>
                    <a:p>
                      <a:pPr algn="ctr" latinLnBrk="1"/>
                      <a:r>
                        <a:rPr lang="en-US" altLang="ko-KR" sz="2400" dirty="0"/>
                        <a:t>Protocol</a:t>
                      </a:r>
                      <a:endParaRPr lang="ko-KR" altLang="en-US" sz="2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18471146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Alligator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Application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HTTP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 row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SSH 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FTP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Telnet SMTP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POP3</a:t>
                      </a:r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1176040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Pet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Presentation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49144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Steve’s 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Session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3747401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Touch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Transport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TCP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UDP, SCTP</a:t>
                      </a:r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7051807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Not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Network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IP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IPv6, ARP</a:t>
                      </a:r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56773072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Do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Data Link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Ethernet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HDLC</a:t>
                      </a:r>
                    </a:p>
                    <a:p>
                      <a:pPr algn="ctr" latinLnBrk="1"/>
                      <a:r>
                        <a:rPr lang="en-US" altLang="ko-KR" sz="3200" dirty="0"/>
                        <a:t>Frame Relay</a:t>
                      </a:r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5560589"/>
                  </a:ext>
                </a:extLst>
              </a:tr>
              <a:tr h="85725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>
                          <a:solidFill>
                            <a:srgbClr val="FF0000"/>
                          </a:solidFill>
                        </a:rPr>
                        <a:t>Please</a:t>
                      </a:r>
                      <a:endParaRPr lang="ko-KR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dirty="0"/>
                        <a:t>Physical</a:t>
                      </a:r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3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6035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571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</Words>
  <Application>Microsoft Office PowerPoint</Application>
  <PresentationFormat>와이드스크린</PresentationFormat>
  <Paragraphs>32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조현우</dc:creator>
  <cp:lastModifiedBy>조현우</cp:lastModifiedBy>
  <cp:revision>5</cp:revision>
  <dcterms:created xsi:type="dcterms:W3CDTF">2020-07-12T11:02:45Z</dcterms:created>
  <dcterms:modified xsi:type="dcterms:W3CDTF">2020-07-12T11:45:30Z</dcterms:modified>
</cp:coreProperties>
</file>